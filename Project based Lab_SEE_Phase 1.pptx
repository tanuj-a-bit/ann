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470" r:id="rId3"/>
    <p:sldId id="2471" r:id="rId4"/>
    <p:sldId id="2477" r:id="rId5"/>
    <p:sldId id="2476" r:id="rId6"/>
    <p:sldId id="2472" r:id="rId7"/>
    <p:sldId id="2473" r:id="rId8"/>
    <p:sldId id="247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73A30-4E8D-4F5A-A660-0CF9FA0EA0CF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23E4C-C78F-4806-9F29-9550DE44B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1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bject 7"/>
          <p:cNvSpPr txBox="1"/>
          <p:nvPr userDrawn="1"/>
        </p:nvSpPr>
        <p:spPr>
          <a:xfrm>
            <a:off x="8373035" y="252217"/>
            <a:ext cx="3498933" cy="377108"/>
          </a:xfrm>
          <a:prstGeom prst="rect">
            <a:avLst/>
          </a:prstGeom>
        </p:spPr>
        <p:txBody>
          <a:bodyPr wrap="square" lIns="0" tIns="7701" rIns="0" bIns="0">
            <a:spAutoFit/>
          </a:bodyPr>
          <a:lstStyle/>
          <a:p>
            <a:pPr marL="7701" algn="ctr">
              <a:spcBef>
                <a:spcPts val="61"/>
              </a:spcBef>
              <a:defRPr/>
            </a:pP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Go, change </a:t>
            </a:r>
            <a:r>
              <a:rPr sz="2400" b="1" i="1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the</a:t>
            </a:r>
            <a:r>
              <a:rPr sz="2400" b="1" i="1" spc="-49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 </a:t>
            </a: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world</a:t>
            </a:r>
            <a:endParaRPr sz="2400" b="1" dirty="0">
              <a:latin typeface="Bookman Old Style" panose="02050604050505020204" pitchFamily="18" charset="0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6" y="93350"/>
            <a:ext cx="3179402" cy="1365315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53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375" y="60480"/>
            <a:ext cx="8551282" cy="638693"/>
          </a:xfr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algn="ctr">
              <a:defRPr sz="36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12" y="797859"/>
            <a:ext cx="11842376" cy="5379104"/>
          </a:xfrm>
          <a:ln>
            <a:noFill/>
          </a:ln>
        </p:spPr>
        <p:txBody>
          <a:bodyPr/>
          <a:lstStyle>
            <a:lvl1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>
              <a:defRPr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3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88" y="111509"/>
            <a:ext cx="1180563" cy="506963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Department of AIML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64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41" y="842775"/>
            <a:ext cx="5750859" cy="53341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42775"/>
            <a:ext cx="5795682" cy="5334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8941" y="6356349"/>
            <a:ext cx="2743200" cy="365125"/>
          </a:xfrm>
        </p:spPr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4682" y="6356349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174376" y="24695"/>
            <a:ext cx="8551282" cy="638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C0000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10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751526" cy="779316"/>
          </a:xfrm>
          <a:prstGeom prst="rect">
            <a:avLst/>
          </a:prstGeom>
        </p:spPr>
      </p:pic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07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6" name="Rounded Rectangle 15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7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584100" cy="779316"/>
          </a:xfrm>
          <a:prstGeom prst="rect">
            <a:avLst/>
          </a:prstGeom>
        </p:spPr>
      </p:pic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3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2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343" cy="779316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0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56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8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906072" cy="779316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7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4" name="Rounded Rectangle 13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5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609858" cy="779316"/>
          </a:xfrm>
          <a:prstGeom prst="rect">
            <a:avLst/>
          </a:prstGeom>
        </p:spPr>
      </p:pic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6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Department of AIML - Summer Internship -II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0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58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3436" y="1684421"/>
            <a:ext cx="7960093" cy="1744579"/>
          </a:xfrm>
        </p:spPr>
        <p:txBody>
          <a:bodyPr>
            <a:noAutofit/>
          </a:bodyPr>
          <a:lstStyle/>
          <a:p>
            <a:r>
              <a:rPr lang="en-IN" sz="3600" b="1" dirty="0"/>
              <a:t>Title of the Lab-Based Project</a:t>
            </a:r>
            <a:br>
              <a:rPr lang="en-IN" sz="3600" b="1" dirty="0"/>
            </a:br>
            <a:r>
              <a:rPr lang="en-IN" sz="3600" b="1" dirty="0"/>
              <a:t>Course: ANN &amp; DL </a:t>
            </a:r>
            <a:br>
              <a:rPr lang="en-IN" sz="3600" b="1" dirty="0"/>
            </a:br>
            <a:r>
              <a:rPr lang="en-IN" sz="3600" b="1" dirty="0"/>
              <a:t>Course code: AI253IA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82CDC3-BC07-D203-8C16-0820BCEBBBFF}"/>
              </a:ext>
            </a:extLst>
          </p:cNvPr>
          <p:cNvSpPr txBox="1">
            <a:spLocks/>
          </p:cNvSpPr>
          <p:nvPr/>
        </p:nvSpPr>
        <p:spPr>
          <a:xfrm>
            <a:off x="5477796" y="5272239"/>
            <a:ext cx="6284276" cy="12216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Presented by</a:t>
            </a:r>
          </a:p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Students Names</a:t>
            </a:r>
          </a:p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And USN</a:t>
            </a:r>
            <a:endParaRPr lang="en-IN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05F0D8-F7C4-B4FA-4414-6A776928DB8F}"/>
              </a:ext>
            </a:extLst>
          </p:cNvPr>
          <p:cNvSpPr txBox="1">
            <a:spLocks/>
          </p:cNvSpPr>
          <p:nvPr/>
        </p:nvSpPr>
        <p:spPr>
          <a:xfrm>
            <a:off x="4062882" y="5272239"/>
            <a:ext cx="6284276" cy="13643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endParaRPr lang="en-IN"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2025-F6C7-85F3-888D-F0DF61F8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60480"/>
            <a:ext cx="8041236" cy="63869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87637-FFAF-10C7-9513-2F28786F8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of the problem domain</a:t>
            </a:r>
          </a:p>
          <a:p>
            <a:r>
              <a:rPr lang="en-US" dirty="0"/>
              <a:t>Why the problem is important and worth solving</a:t>
            </a:r>
          </a:p>
          <a:p>
            <a:r>
              <a:rPr lang="en-US" dirty="0"/>
              <a:t>Scope and focus of the proposed solution</a:t>
            </a:r>
          </a:p>
          <a:p>
            <a:r>
              <a:rPr lang="en-US" dirty="0"/>
              <a:t>Target users or application areas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75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A7A74-5942-E96A-E2B4-48C9B8AA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9B5D-83F3-7296-CD28-DAB420CE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Literature Review / Related Work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F0180-02FD-F7DD-5FFB-5C4B90B0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1B063-5A6D-2F82-5610-9B65831E12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294BB3-1209-C7FA-3D40-0E1E5C11D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856" y="1065511"/>
            <a:ext cx="1157920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of existing research, tools, systems, or models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limitations identified in current approaches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gap that motivates your proposed solution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or comparison chart with references</a:t>
            </a:r>
          </a:p>
        </p:txBody>
      </p:sp>
    </p:spTree>
    <p:extLst>
      <p:ext uri="{BB962C8B-B14F-4D97-AF65-F5344CB8AC3E}">
        <p14:creationId xmlns:p14="http://schemas.microsoft.com/office/powerpoint/2010/main" val="388527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2832-D088-392C-9F33-9639944F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5354-8B12-9446-0233-5A7890AF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B7B4-21FD-D23F-A202-129F196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2A351-5332-F9C2-4BD6-1B0AD44FE8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50E92B-0A19-F2CD-9244-E7403E1AC2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856" y="1927285"/>
            <a:ext cx="1157920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Clearly define the gap or challenge and explain why current systems are inadequate; justify the necessity of your proposed solution.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2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26A4-A60D-628D-E06D-19119E5D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9617-8FC8-CB07-4676-040AC604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Methodology / Proposed System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B12B-C45A-6AC4-E0D8-C4ECBEC9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50A6-1511-E685-FBE0-CAA1B7876B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D5C40B-C32F-1C50-4CDA-2B4FFF95D1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0025" y="968567"/>
            <a:ext cx="1165194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workflow or architecture diagram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tools, libraries, datasets, and technologies used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implementation (data collection → model training → evaluation → deployment)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selected methods and performance expectations</a:t>
            </a:r>
          </a:p>
        </p:txBody>
      </p:sp>
    </p:spTree>
    <p:extLst>
      <p:ext uri="{BB962C8B-B14F-4D97-AF65-F5344CB8AC3E}">
        <p14:creationId xmlns:p14="http://schemas.microsoft.com/office/powerpoint/2010/main" val="405368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0786-F32B-F6B7-2277-C19E9AC7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5136-2354-7D9B-15E3-78CC57FB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dirty="0"/>
              <a:t>Timeline – Gantt Chart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058C-D334-1CAD-0C1B-7439CB31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F2F9D-D3F9-47A1-0F55-094C6A5169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87B116-1DDD-1B40-DA80-F8420C925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2938" y="1012954"/>
            <a:ext cx="1083648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Topic selection &amp; synopsis preparation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study &amp; requirement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model development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performance evaluation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</p:spTree>
    <p:extLst>
      <p:ext uri="{BB962C8B-B14F-4D97-AF65-F5344CB8AC3E}">
        <p14:creationId xmlns:p14="http://schemas.microsoft.com/office/powerpoint/2010/main" val="382407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6E53-2E59-B850-EDD9-AFA7670D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52FC-AA51-70D3-3AE7-09A07654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926" y="136525"/>
            <a:ext cx="7674560" cy="638693"/>
          </a:xfrm>
        </p:spPr>
        <p:txBody>
          <a:bodyPr/>
          <a:lstStyle/>
          <a:p>
            <a:r>
              <a:rPr lang="en-IN" dirty="0"/>
              <a:t>Expected Outcomes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D28F-3F7D-C245-CFFB-D4798DD1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4B192-D808-1A77-C641-60C931CB6F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917663-8C2C-B20E-A634-AD6B6F0AE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370" y="946349"/>
            <a:ext cx="115872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prototype demonstrating project objectives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Measurable performance improvements/accuracy metrics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 or automated workflow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enhancements or real-time deployment</a:t>
            </a:r>
          </a:p>
        </p:txBody>
      </p:sp>
    </p:spTree>
    <p:extLst>
      <p:ext uri="{BB962C8B-B14F-4D97-AF65-F5344CB8AC3E}">
        <p14:creationId xmlns:p14="http://schemas.microsoft.com/office/powerpoint/2010/main" val="157022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8639-4633-B279-9199-39F71CE6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B4FB-E7FE-6BB2-BE11-30172AE2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048" y="136525"/>
            <a:ext cx="7780438" cy="638693"/>
          </a:xfrm>
        </p:spPr>
        <p:txBody>
          <a:bodyPr/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2407-772D-EB5B-6420-FBAD47A7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811C1-7535-8E5B-F258-3797B1B675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8AD04E-0E62-26F5-1E3F-C96B68599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378" y="1394966"/>
            <a:ext cx="115098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standard formats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 style.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– Journals (Q1, Q2)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Conference papers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citations correspond to related work discussed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[1]. N. Saha, A. </a:t>
            </a:r>
            <a:r>
              <a:rPr lang="en-IN" sz="1800" dirty="0" err="1"/>
              <a:t>Swetapadma</a:t>
            </a:r>
            <a:r>
              <a:rPr lang="en-IN" sz="1800" dirty="0"/>
              <a:t> and M. Mondal, "A Brief Review on Artificial Neural Network: Network Structures and Applications," </a:t>
            </a:r>
            <a:r>
              <a:rPr lang="en-IN" sz="1800" i="1" dirty="0"/>
              <a:t>2023 9th International Conference on Advanced Computing and Communication Systems (ICACCS)</a:t>
            </a:r>
            <a:r>
              <a:rPr lang="en-IN" sz="1800" dirty="0"/>
              <a:t>, Coimbatore, India, 2023, pp. 1974-1979, </a:t>
            </a:r>
            <a:r>
              <a:rPr lang="en-IN" sz="1800" dirty="0" err="1"/>
              <a:t>doi</a:t>
            </a:r>
            <a:r>
              <a:rPr lang="en-IN" sz="1800" dirty="0"/>
              <a:t>: 10.1109/ICACCS57279.2023.10112753.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8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[1] J. Smith and K. Brown, “Image classification using deep learning,” IEEE Trans. Neural </a:t>
            </a:r>
            <a:r>
              <a:rPr lang="en-US" sz="1800" dirty="0" err="1"/>
              <a:t>Netw</a:t>
            </a:r>
            <a:r>
              <a:rPr lang="en-US" sz="1800" dirty="0"/>
              <a:t>. Learn. Syst., vol. 32, no. 5, pp. 2001–2012, May 2021.</a:t>
            </a:r>
            <a:endParaRPr lang="en-IN" sz="18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4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492A7-4D47-42AF-9241-46093DB1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412" y="2997643"/>
            <a:ext cx="8551282" cy="63869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174812" y="6347204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14th Feb 2025</a:t>
            </a:r>
          </a:p>
        </p:txBody>
      </p:sp>
    </p:spTree>
    <p:extLst>
      <p:ext uri="{BB962C8B-B14F-4D97-AF65-F5344CB8AC3E}">
        <p14:creationId xmlns:p14="http://schemas.microsoft.com/office/powerpoint/2010/main" val="3510518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</TotalTime>
  <Words>372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Times New Roman</vt:lpstr>
      <vt:lpstr>Office Theme</vt:lpstr>
      <vt:lpstr>Title of the Lab-Based Project Course: ANN &amp; DL  Course code: AI253IA</vt:lpstr>
      <vt:lpstr>Introduction</vt:lpstr>
      <vt:lpstr>Literature Review / Related Work</vt:lpstr>
      <vt:lpstr>Problem Statement</vt:lpstr>
      <vt:lpstr>Methodology / Proposed System</vt:lpstr>
      <vt:lpstr>Timeline – Gantt Chart</vt:lpstr>
      <vt:lpstr>Expected Outcomes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Shanmukha</dc:creator>
  <cp:lastModifiedBy>viswavardhanreddy karna</cp:lastModifiedBy>
  <cp:revision>120</cp:revision>
  <dcterms:created xsi:type="dcterms:W3CDTF">2021-06-02T13:10:21Z</dcterms:created>
  <dcterms:modified xsi:type="dcterms:W3CDTF">2025-10-24T04:22:44Z</dcterms:modified>
</cp:coreProperties>
</file>